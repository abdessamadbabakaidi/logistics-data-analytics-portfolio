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EFE789B-2C31-4CDC-AF88-5ED2F4D27B8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6C6BEBD-862C-4EEA-A537-6735CFBD7A1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5/13/2026 2:02:03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8118A381-664C-453A-9B2A-937B577ADE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2026-05-13T06:02:04Z</dcterms:created>
  <dcterms:modified xsi:type="dcterms:W3CDTF">2026-05-13T06:02:04Z</dcterms:modified>
</cp:coreProperties>
</file>